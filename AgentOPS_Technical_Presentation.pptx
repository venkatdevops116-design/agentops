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AIOps vs AgenticOps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C8C8C8"/>
                </a:solidFill>
              </a:defRPr>
            </a:pPr>
            <a:r>
              <a:t>Understanding Modern Intelligent Operations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From Zero to Advanced Concepts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Technical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What is Operations? (The Foundation)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📊 Operations = Keeping systems running smoothly 24/7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Traditional Operations Work: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1️⃣  Monitor: Watch servers, databases,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2️⃣  Alert: When something goes wrong, sound alarm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3️⃣  Respond: Engineer investigates the problem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4️⃣  Fix: Apply solution manually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5️⃣  Verify: Check if system recovered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Example Real Scenario: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Website suddenly gets slow at 3 PM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Alert fires: 'High CPU Usage'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On-call engineer wakes up, checks logs (20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Finds: 'Database query too slow'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Fixes: Optimizes query or adds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System recovers (45-60 minutes total)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The Problem: This is SLOW, MANUAL, and REQUIRES HUMANS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Why Traditional Operations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😫 Current Pain Points: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⏱️  SLOW RESPONSE: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Takes 45-60 minutes to fix common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Each minute of downtime = lost money/customers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👤 HUMAN DEPENDENT: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Needs skilled engineers on-call 24/7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Engineers get tired, make mistakes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Expensive to hire and retain experts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🔴 REACTIVE (Not Proactive):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We wait for problem to happen, then react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No prediction or prevention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😤 BURNOUT: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On-call duty every night is exhausting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High stress = poor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Engineers quit from burnout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❌ INCONSISTENT: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Different engineers handle issues differently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No standardized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What is AIOps? (Simple Explanation)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AIOps = Artificial Intelligence +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Pronounced: "Ay-Ops" or "A-I-Ops"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🤖 Think of it like this: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You have a super-smart assistant watching your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This assistant ANALYZES and DIAGNOSES problems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But it ONLY SUGGESTS solutions, doesn't execute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Real Example: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Problem: Website is slow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Traditional Op: Engineer manually checks logs (1 hour)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AIOps: AI analyzes logs instantly (2 minutes) and says: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'I found the problem! It's DATABASE SLOW.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I recommend: Optimize query OR add cache.'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KEY POINT: AIOps is about ANALYSIS &amp;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It DIAGNOSES the problem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It SUGGESTS the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HUMANS must approve and execute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⏳ Speed improvement: 60 min → 10-15 min (for analysis)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What is AgenticOps? (Simple Explanation)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AgenticOps = Agentic AI +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Pronounced: "Uh-JEN-tick Ops"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🤖 What's different from AIOps?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AIOps = analyzes and RECOMMENDS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AgenticOps = analyzes and ACTS (executes automatically)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Think of it like this: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AIOps = GPS app that says 'Turn left here'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AgenticOps = Self-driving car that TURNS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Real Example (Same problem as before):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Problem: Website is slow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AgenticOps: AI analyzes logs instantly (2 minutes) and: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1. DECIDES: 'This is a slow database query'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2. EXECUTES: Auto-optimizes query OR adds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3. VERIFIES: Checks if website is fast now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4. NOTIFIES: Sends report to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All AUTOMATIC without human approval!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⚡ Speed improvement: 60 min → 2-3 min (entire cycle automated)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AIOps vs AgenticOps - Head to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🔍 AIOps (Analysis &amp; Insights)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What it does: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Collects data from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Analyzes patterns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Identifies root causes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Suggests solutions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What HUMANS do: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Reviews suggestions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Approves 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Executes fixes manually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Speed: 10-15 min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Control: Human-approved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Risk: Low (humans review)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Example Tool: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Splunk, DataDog, New Relic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050"/>
                </a:solidFill>
              </a:defRPr>
            </a:pPr>
            <a:r>
              <a:t>⚙️ AgenticOps (Action &amp; Autonomy)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What it does: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Collects data from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Analyzes patterns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Makes decisions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EXECUTES actions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What HUMANS do: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Set guardrails (rules)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Monitor results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• Intervene if needed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Speed: 2-3 min end-to-end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Control: AI-autonomous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Risk: Medium (guardrails)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✓ Example: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t>  Our AgentOPS POC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When to Use AIOps vs AgenticOps?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🔍 USE AIOps WHEN: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Problem is CRITICAL (financial transactions, patient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Need human oversight and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Compliance rules require manual sign-off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You're just starting out (less risk)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Bank detecting fraud (needs human review)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Healthcare system alerts (needs doctor approval)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Finance app (compliance-heavy, needs audits)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⚙️ USE AgenticOps WHEN: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Problem is ROUTINE and well-defined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Action is reversible or low-risk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Speed is critical (every second matters)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You have guardrails and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Auto-scaling servers (easily reversible)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Cache refresh (no data loss)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Log rotation (routine maintenance)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Restart service (standard runbook)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BEST PRACTICE: Use BOTH together!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Why We Use BOTH AIOps and AgenticOps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💡 The Smart Approach = AIOps + AgenticOps Together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🏗️ Architecture: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AgenticOps handles ROUTINE issues (80% of incidents)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AIOps analyzes COMPLEX issues (20% of incidents)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Humans supervise CRITICAL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Real Workflow: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1. Problem occurs → Both systems analyze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2. Simple issue (e.g., 'slow DB'):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→ AgenticOps EXECUTES fix automatically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3. Complex issue (e.g., 'weird network pattern'):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→ AIOps RECOMMENDS fix, human approves 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4. Critical issue (e.g., 'security breach'):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→ Both alert, human takes control 🚨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📊 Benefits of Both: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✅ Speed: Fast for routine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✅ Safety: Humans control critical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✅ Scalability: Handle more issues with fewer staff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✅ Learning: AI learns from both types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✅ Flexibility: Choose approach per issue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Our POC: AgentOPS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What We Built: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A working prototype combining AIOps + AgenticOps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📍 Location: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Repository: github.com/venkatdevops116-design/AgentOPS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🔧 What It Does: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Monitors a Flask web application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Collects metrics (requests, latency, errors)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AI analyzes metrics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AI makes decisions and takes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Shows everything in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💻 Technology Stack: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Flask (Python web app)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Prometheus (metrics database)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Grafana (dashboards)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Ollama + Llama 3.2 (Local AI, no cloud)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✓ Docker (easy deployment)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🎓 Why this POC?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Simple enough to understand concepts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Real enough to see how it 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Educational for learning AIOps/AgenticOps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AgentOPS Architecture - Simple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📊 SYSTEM ARCHITECTURE: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┌─────────────────────────────────────────┐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STEP 1: APPLICATION LAYER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Flask Web App (Port 5000)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Serves web requests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Generates metrics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└────────────────┬────────────────────────┘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            │ (metrics emitted)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┌────────────────▼────────────────────────┐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STEP 2: MONITORING LAYER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Prometheus (Port 9090)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Collects metrics every 5 seconds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Stores time-series data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Grafana (Port 3000)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Shows dashboards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└────────────────┬────────────────────────┘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            │ (queries metrics)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┌────────────────▼────────────────────────┐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STEP 3: AI INTELLIGENCE LAYER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Agent AI (Python) 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Queries Prometheus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Sends data to LLM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Gets AI analysis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└────────────────┬────────────────────────┘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            │ (AI decisions)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┌────────────────▼────────────────────────┐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STEP 4: ACTION LAYER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Auto-Actions       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│   • Scale servers, fix configs, etc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Real-Time Data Flow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⏱️ TIMELINE: When a Problem Occurs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T=0s:   📱 Requests spike (1,000 requests arrive)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T=5s:   📊 Prometheus scrapes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Captures: request_count = 1000, CPU = 85%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T=10s:  🤖 AI Agent queries Prometheus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Gets latest metrics from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T=11s:  🧠 AI Analysis by LLM (Local Llama 3.2)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LLM analyzes: 'High requests + High CPU'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LLM decides: 'Need to scale servers'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T=12s:  ⚡ Agent Executes 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Auto-scales: 2 servers → 4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Sends alert: 'Scaled due to traffic spike'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T=13s:  ✅ System Recovers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Load distributed across 4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CPU drops to 45%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• Response time back to normal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📈 Total time: 13 seconds (vs 45-60 min manual)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This is AgenticOps in action!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POC Demo Scenarios - What We Can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🌊 DEMO 1: Traffic Spike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Send 500 rapid requests to Flask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Prometheus detects spike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 AI analyzes: 'High load detected'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Auto-action: Scales from 2→4 instances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Grafana shows before/after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🔴 DEMO 2: Error Rate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Simulate application errors (5% error 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 analyzes: 'Database connection pool exhausted'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Auto-action: Increases pool size 50→100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Error rate drops to 0.1%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📉 DEMO 3: Performance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Introduce slow database query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 detects latency spike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Recommends query optimization OR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Shows metrics improvement in Grafana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DEMO 4: Health Report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 generates AI-powered system health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Includes: metrics, trends,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All generated automatically by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How AI Makes Intelligent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🧠 THE AI DECISION PROCESS (Simplified):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Step 1: COLLECT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CPU usage: 85%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Memory: 72%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Request rate: 1000/sec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Error rate: 0.2%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Response time: 2000ms (slow)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Step 2: AI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Agent sends to LLM: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'High CPU, high memory, slow response time,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normal error rate. What's the problem?'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Step 3: LLM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Llama 3.2 thinks: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'This looks like: resource exhaustion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Most likely cause: Too many requests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Solution: Scale servers OR optimize code'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Step 4: AI DECISION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LLM outputs: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'DECISION: Scale from 2→4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CONFIDENCE: 92%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REASONING: CPU is bottleneck'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Step 5: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Agent executes: docker-compose scale web=4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This is Agentic AI - making actual decisions!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Why We Use Local AI (Llama 3.2)?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🔒 LOCAL AI 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PRIVACY &amp; SECURITY: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Your data stays in your data center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No sending sensitive metrics to cloud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GDPR and compliance friendly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NO CLOUD DEPENDENCY: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Works even if internet is 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No reliance on AWS/OpenAI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No API rate limits or throttling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COST EFFECTIVE: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One-time download (3GB for Llama 3.2)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No API charges per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Free to run after installation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LATENCY: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Local: 1-2 seconds response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Cloud: 3-5 seconds (includes network)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⚙️ HOW IT WORKS: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Ollama = Framework for running local LLMs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Llama 3.2 = Actual AI model (8K tokens context)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Runs in Docker container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 talks to Ollama via HTTP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This is Enterprise-Grade, Self-Hosted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How We Keep AI Safe (Guardrails)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🛡️ GUARDRAILS = Safety Rules for 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Rule #1: RESOURCE LIMITS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Max scale: Don't go above 10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Max memory allocation: 80GB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Prevents runaway escalation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Rule #2: ACTION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AI proposes 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System validates: 'Is this safe?'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Only execute if safe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Rule #3: HUMAN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Critical decisions need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Logs all AI decisions for audit trail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Team can override AI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Rule #4: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Continuous watching of AI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If action fails, automatic rollback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Metrics show success/failure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Rule #5: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Limit same action: max 5 times/hour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Prevents AI from repeating mistakes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Result: Safe, controlled autonomous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⚡ Balance: Speed + Safety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Real-World Applications Beyond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💼 WHERE THIS IS USED TODAY: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🏦 BANKING &amp; FINANCE: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Detect fraud patterns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Adapt security rules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Auto-trigger alerts for suspicious activity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🏥 HEALTHCARE: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Monitor patient vitals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Alert on anomalies (requires doctor approval)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Optimize resource allocation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🌐 E-COMMERCE &amp; RETAIL: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Handle traffic spikes during sales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Auto-scale checkout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Predict and prevent outages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☁️ CLOUD INFRASTRUCTURE: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Auto-healing of failed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Predict server failures before they happen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Optimize cloud costs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🚀 SaaS PLATFORMS: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Multi-tenant platform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Isolation and resource fairness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Self-healing microservices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All use same concepts as our POC!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Key Differences - 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Aspect          | Traditional  | AIOps        | AgenticOps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─────────────────|──────────────|──────────────|──────────────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Detection Time  | 30-45 min    | 5-10 min     | 2-5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Analysis Time   | Manual/slow  | 5-10 min     | 1-2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Fix Time        | 30-45 min    | 1-2 min      | &lt;1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Total MTTR      | 60 min       | 15-20 min    | 3-5 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Decision Making | Human only   | Hybrid       | Hybrid+Auto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Automation      | 0%           | 30%          | 70%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Human Effort    | Very High    | Medium       | 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24/7 Coverage   | Expensive    | Possible     | Recommended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Scalability     | Per engineer | Team scaling | AI 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Consistency     | Varies       | Better       | Excellent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Learning Curve  | Long         | Medium       | Medium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AgentOPS achieves best of both!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Quick Start: Running AgentOPS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PREREQUISITES: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Docker installed (docker --version)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Python 3.11+ installed (python --version)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4GB+ available disk space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📥 STEP 1: Clone Repository (1 minute)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git clone https://github.com/venkatdevops116-design/AgentOPS.git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cd AgentOPS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🚀 STEP 2: Start Services (2 minutes)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docker compose up --build -d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STEP 3: Verify Services Running (1 minute)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Flask: curl http://localhost:5000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Prometheus: http://localhost:9090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Grafana: http://localhost:3000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🤖 STEP 4: Run AI Agent (1 minute)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python agentic_agent.py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📊 STEP 5: Generate Traffic (1 minute)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for i in {1..500}; do curl http://localhost:5000; done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⏱️ TOTAL TIME: ~5 minutes to see AgenticOps in action!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Live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🎬 WHAT YOU'LL SEE IN DEMO: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SCREEN 1: Grafana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Real-time graphs of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Request count, CPU usage, response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All updating live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SCREEN 2: Terminal with AI Agent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Agent prints: 'Analyzing system metrics...'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Shows: 'Found issue: High traffic detected'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Outputs: 'Decision: Scale servers 2→4'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Action: 'Scaling... Done!'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SCREEN 3: Prometheus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Live PromQL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Shows raw metrics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What AI actually analyzes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RESULT: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Before: High latency, CPU 95%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After: Low latency, CPU 45%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AI made the decision autonomously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🎯 This demonstrates AgenticOps in real-time!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What You've Learned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UNDERSTANDING: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1. What Operations means and why it's hard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2. What AIOps is (analysis + recommendations)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3. What AgenticOps is (autonomous execution)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4. Key differences between both approaches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5. Why we use both together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TECHNICAL CONCEPTS: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6. How metrics flow through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7. How AI analyzes operational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8. How decisions are made autonomously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9. Guardrails and safety mechanisms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10. Local vs Cloud AI trade-offs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PRACTICAL KNOWLEDGE: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11. AgentOPS POC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12. Technology stack used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13. How to run the POC yourself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14. Real-world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15. Demo scenarios and live examples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🎓 You now understand modern intelligent operations!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Next Steps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🔗 RESOURCES: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Repository: github.com/venkatdevops116-design/AgentOPS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Documentation: README.md in repo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Technology Docs: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Prometheus: prometheus.io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Grafana: grafana.com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Ollama: ollama.ai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Flask: flask.palletsprojects.com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📚 TO LEARN MORE: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1. Run the POC yourself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2. Modify the AI prompts and see different decisions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3. Add new metrics to monitor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4. Create new demo scenarios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5. Integrate with your own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❓ QUESTIONS?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What would you like to know more about?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How to customize AI decisions?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How to add more metrics?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How to integrate with existing systems?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• Real-world deployment considerations?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Thank you!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